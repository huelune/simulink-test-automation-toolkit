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자동화 명령을 쓰지 않고 사람이 직접 하는 절차만 다룹니다. 오른쪽 8단계가 이 자료의 목차입니다.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자료는 절차서이면서 자동 실행 결과를 검증하는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장을 인쇄해 옆에 두고 작업하면 순서 오류를 줄일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백업이 없으면 되돌릴 수 없습니다. 1~5단계는 모델과 Test File을 실제로 저장합니다.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이름 규칙은 팀 단위로 한 번 정해 문서로 남기십시오.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생성은 컴파일을 포함합니다. 멈춘 것처럼 보이는 것이 정상입니다.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Synchronization mode는 라이브러리 링크가 있는 CUT에서 특히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한 번 백업 지점을 만들어 두는 것을 권합니다.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갈래 중 하나를 고르되, 결과 상태는 동일해야 한다는 점을 강조하십시오.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갈래의 조건은 타협할 수 없습니다. 하나라도 어긋나면 4단계에서 반드시 막힙니다.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Untested는 실패로 보이지 않기 때문에 특히 위험합니다.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Scenario 개수는 6단계에서 바로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step1 → step2 구조는 항상 같습니다. 달라지는 것은 T와 verify 문장입니다.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위치로 대응시킨다는 점이 이 장의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File은 팀이 공유하는 파일입니다. 덮어쓰기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어긋난 채 실행하면 결과 해석이 전부 무의미해집니다.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커버리지는 판정이 아니라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사유가 비어 있는 제외는 심사에서 받아들여지지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로깅을 켜지 않으면 실제값을 읽을 수 없어 4번을 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장은 반드시 소리 내어 읽고 넘어가십시오.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세션을 닫으면 결과 객체는 사라집니다. 먼저 내보내십시오.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독립 모델로 바꾼 뒤 Assessment 경로 재확인이 가장 자주 빠집니다.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표만 따로 인쇄해 작업 중에 채우도록 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실수 목록은 팀에서 겪은 사례를 계속 추가하십시오.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수동 절차는 자동화의 대안이 아니라 검증 기준이라는 점으로 마무리하십시오.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52360" y="0"/>
            <a:ext cx="4739335" cy="6858000"/>
          </a:xfrm>
          <a:prstGeom prst="rect">
            <a:avLst/>
          </a:prstGeom>
          <a:solidFill>
            <a:srgbClr val="2B3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0515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81912" y="117043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팀 교육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309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Simulink 단위 테스트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수동 작업 매뉴얼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자동화 툴킷 없이 Simulink · Test Manager GUI만으로
CUT 한 개를 제출물까지 가져가는 전체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4406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MATLAB R2025b · Simulink Test · Simulink Coverage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078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전체 8단계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2763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2763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사전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103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103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Test Harness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5786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786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입력 데이터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0540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0540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StopTime · 입력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52958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5295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Assessment(verify) 작성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4005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0050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Test Case · Iteration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480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80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실행과 기대값 확정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495604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9560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결과 정리 · 제출물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이 자료의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툴킷이 대신해 주던 일을 사람이 직접 하는 절차를 그대로 적었습니다.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수동 절차를 알아야 하는 이유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002536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975104"/>
            <a:ext cx="52486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자동화가 무엇을 하고 있는지 알아야 그 결과를 검증할 수 있습니다.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06039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78608"/>
            <a:ext cx="54315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툴킷을 쓸 수 없는 환경, CUT 한두 개 작업에는 수작업이 더 빠릅니다.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209544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182112"/>
            <a:ext cx="52486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실행이 중간에 멈췄을 때 사람이 이어받아 마무리해야 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36192"/>
            <a:ext cx="4903927" cy="129844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709928"/>
            <a:ext cx="45015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다룬다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039112"/>
            <a:ext cx="450159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 하나를 기준으로 Harness 생성부터 standalone 제출물까지의 GUI 절차와 단계별 확인 항목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999232"/>
            <a:ext cx="4903927" cy="1298448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3172968"/>
            <a:ext cx="45015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다루지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3502152"/>
            <a:ext cx="4501591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툴킷 명령 사용법, 관리 Excel 열 사전, 증분 재실행(checkpoint) 동작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029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필요한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94960"/>
            <a:ext cx="1999427" cy="676656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5504688"/>
            <a:ext cx="16885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MATLAB R2025b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5769864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필수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7251" y="5394960"/>
            <a:ext cx="1999427" cy="676656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2699" y="5504688"/>
            <a:ext cx="16885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Simulink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2699" y="5769864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96134" y="5394960"/>
            <a:ext cx="1999427" cy="676656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51582" y="5504688"/>
            <a:ext cx="16885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Simulink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1582" y="5769864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필수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017" y="5394960"/>
            <a:ext cx="1999427" cy="676656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465" y="5504688"/>
            <a:ext cx="16885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Simulink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465" y="5769864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커버리지용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3900" y="5394960"/>
            <a:ext cx="1999427" cy="676656"/>
          </a:xfrm>
          <a:prstGeom prst="roundRect">
            <a:avLst>
              <a:gd name="adj" fmla="val 12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9348" y="5504688"/>
            <a:ext cx="168853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Design Verifier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9348" y="5769864"/>
            <a:ext cx="168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입력 생성용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범위와 전제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전체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앞 단계의 산출물을 뒤 단계가 읽습니다. 순서를 바꾸면 그 자리에서 실패합니다.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45919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" y="184708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32303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사전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4320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백업 · CUT 경로 · 이름 규칙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79" y="2468879"/>
            <a:ext cx="246888" cy="182880"/>
          </a:xfrm>
          <a:prstGeom prst="rightArrow">
            <a:avLst/>
          </a:prstGeom>
          <a:solidFill>
            <a:srgbClr val="D3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65576" y="1645919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66744" y="184708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432303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74320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CUT마다 Harness를 만듭니다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1888" y="2468879"/>
            <a:ext cx="246888" cy="182880"/>
          </a:xfrm>
          <a:prstGeom prst="rightArrow">
            <a:avLst/>
          </a:prstGeom>
          <a:solidFill>
            <a:srgbClr val="D3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2784" y="1645919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73952" y="184708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32303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입력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4320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기존 / MAT·SLDV 파일 / 생성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69096" y="2468879"/>
            <a:ext cx="246888" cy="182880"/>
          </a:xfrm>
          <a:prstGeom prst="rightArrow">
            <a:avLst/>
          </a:prstGeom>
          <a:solidFill>
            <a:srgbClr val="D3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79992" y="1645919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81160" y="184708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432303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설정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4320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StopTime과 Signal Editor 연결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38587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4443984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75488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step1 → step2의 verify 문장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54679" y="4480560"/>
            <a:ext cx="246888" cy="182880"/>
          </a:xfrm>
          <a:prstGeom prst="rightArrow">
            <a:avLst/>
          </a:prstGeom>
          <a:solidFill>
            <a:srgbClr val="D3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65576" y="3657600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666744" y="38587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66744" y="4443984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66744" y="475488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File · Test Case · Iteration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961888" y="4480560"/>
            <a:ext cx="246888" cy="182880"/>
          </a:xfrm>
          <a:prstGeom prst="rightArrow">
            <a:avLst/>
          </a:prstGeom>
          <a:solidFill>
            <a:srgbClr val="D3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72784" y="3657600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73952" y="38587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443984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실행 · 기대값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75488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실행하고 기대값을 확정합니다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769096" y="4480560"/>
            <a:ext cx="246888" cy="182880"/>
          </a:xfrm>
          <a:prstGeom prst="rightArrow">
            <a:avLst/>
          </a:prstGeom>
          <a:solidFill>
            <a:srgbClr val="D3D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079992" y="3657600"/>
            <a:ext cx="2432304" cy="17830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81160" y="3858768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443984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결과 · 제출물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754880"/>
            <a:ext cx="20299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보고서 · 커버리지 · standalone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79729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가장 자주 나는 실수</a:t>
            </a: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   3단계 입력 준비를 건너뛰거나, 입력을 바꾼 뒤 6단계 Iteration을 다시 만들지 않는 것입니다.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전체 흐름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사전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모델을 실제로 바꾸기 전에, 되돌릴 수 있는 상태를 만들어 둡니다.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시작 전 체크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002536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975104"/>
            <a:ext cx="54315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모델 · Test File(.mldatx) · 입력 MAT을 백업했는가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569464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4315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열려 있는 모델과 Test File을 전부 저장하고 닫았는가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136392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08960"/>
            <a:ext cx="54315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같은 이름의 모델이 이미 로드되어 있지 않은가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03320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675887"/>
            <a:ext cx="54315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 경로가 실제로 있는 Subsystem을 가리키는가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1536192"/>
            <a:ext cx="4812487" cy="2267712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7" y="1709928"/>
            <a:ext cx="44101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CUT 경로를 눈으로 확인하십시오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7" y="2039112"/>
            <a:ext cx="4410151" cy="1563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경로가 틀리면 엉뚱한 블록에 Harness를 만듭니다. 뒤 단계는 전부 정상으로 돌기 때문에 끝까지 드러나지 않습니다.
Top Model에서 대상 Subsystem을 선택하고 경로를 그대로 복사해 표에 넣으십시오. 기억해서 적지 마십시오.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61104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이런 표를 하나 만들어 둔 다음 시작합니다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58368" y="4626864"/>
          <a:ext cx="10874957" cy="1060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7442"/>
                <a:gridCol w="1773091"/>
                <a:gridCol w="3782594"/>
                <a:gridCol w="2482327"/>
                <a:gridCol w="2009503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CUT 이름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CUT 경로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Harness 이름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Case 이름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TopModel/Logic/Controller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Controller_Harness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Monitor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TopModel/Safety/Monitor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Monitor_Harness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Monitor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1단계 · 사전 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이름 규칙을 먼저 고정하기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뒤 단계의 모든 파일 이름이 여기서 파생됩니다. 도중에 바꾸면 제출물이 어긋납니다.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591056"/>
          <a:ext cx="10874957" cy="296265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6945"/>
                <a:gridCol w="4255418"/>
                <a:gridCol w="3782594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Harness 이름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팀에서 정한 고정 서식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Controller_Harness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Case 이름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CUT과 1:1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Scenario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UT_REQ_{CUT 이름}_{번호}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UT_REQ_Controller_001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standalone 모델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Harness 이름과 같은 파일 이름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Controller_Harness.slx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CVF · CVT · HTML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UT_REQ_{Test Case 이름}.확장자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UT_REQ_Controller.cvf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폴더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{번호}_UT_REQ_{Test Case 이름}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1_UT_REQ_Controller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8368" y="484632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5020055"/>
            <a:ext cx="49469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규칙이 필요한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5349240"/>
            <a:ext cx="4946903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Scenario 이름은 Test Case의 Iteration이 가리키는 이름이기도 합니다. 둘이 어긋나면 어떤 입력으로 돌았는지 알 수 없게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4846320"/>
            <a:ext cx="5342839" cy="129844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5" y="5020055"/>
            <a:ext cx="49405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공백 주의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1655" y="5349240"/>
            <a:ext cx="4940503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블록 이름의 공백은 CUT 경로에 그대로 넣습니다. 반대로 Harness와 Test Case 이름에는 공백을 쓰지 마십시오. 파일 이름이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1단계 · 이름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Harness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CUT 하나에 Harness 하나를 만듭니다. 모델 컴파일을 포함하므로 수 분이 걸릴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806440" cy="347472"/>
          </a:xfrm>
          <a:prstGeom prst="roundRect">
            <a:avLst>
              <a:gd name="adj" fmla="val 14000"/>
            </a:avLst>
          </a:prstGeom>
          <a:solidFill>
            <a:srgbClr val="E3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4772"/>
            <a:ext cx="55138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CUT 블록 우클릭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Harness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Create for '&lt;CUT 이름&gt;'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9456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57984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Top Model을 열고 표에 적은 CUT 블록을 선택합니다.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852927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16351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우클릭 메뉴에서 Test Harness 생성을 고릅니다.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11295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74719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다음 장의 설정값</a:t>
            </a: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을 그대로 지정합니다.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169663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133087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OK를 누르면 컴파일이 시작됩니다. 끝날 때까지 기다립니다.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828031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791455"/>
            <a:ext cx="534924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 창이 열리면 구성 요소를 확인합니다.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36192"/>
            <a:ext cx="4675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만들어지는 구성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920240"/>
            <a:ext cx="4675327" cy="3310128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86600" y="2267712"/>
            <a:ext cx="127193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2414015"/>
            <a:ext cx="112562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Signal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Editor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76818" y="2633472"/>
            <a:ext cx="164592" cy="146304"/>
          </a:xfrm>
          <a:prstGeom prst="rightArrow">
            <a:avLst/>
          </a:prstGeom>
          <a:solidFill>
            <a:srgbClr val="84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59698" y="2267712"/>
            <a:ext cx="127193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2850" y="2414015"/>
            <a:ext cx="112562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CUT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복사본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849916" y="2633472"/>
            <a:ext cx="164592" cy="146304"/>
          </a:xfrm>
          <a:prstGeom prst="rightArrow">
            <a:avLst/>
          </a:prstGeom>
          <a:solidFill>
            <a:srgbClr val="849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32796" y="2267712"/>
            <a:ext cx="127193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5948" y="2542032"/>
            <a:ext cx="112562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Outport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401568"/>
            <a:ext cx="4218127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602735"/>
            <a:ext cx="39438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Assessment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   verify 문장이 들어갈 블록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517136"/>
            <a:ext cx="42181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Harness 창을 열어 이 네 가지가 있는지 확인합니다.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559552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이미 같은 이름의 Harness가 있으면 새로 만들지 말고 그대로 재사용하십시오.</a:t>
            </a: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  지우고 다시 만들면 손으로 고친 설정이 사라집니다.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2단계 · Test Harness 생성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생성 대화상자 설정값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이 조합이 뒤 단계의 전제입니다. 하나라도 다르면 4~6단계에서 막힙니다.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554480"/>
          <a:ext cx="10874958" cy="3566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64761"/>
                <a:gridCol w="2867034"/>
                <a:gridCol w="4943163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값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Name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표에 적은 Harness 이름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standalone 모델 파일 이름이 됩니다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Sources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Signal Editor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여러 개를 Iteration으로 쓰기 위해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Sinks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Outport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verify 대상 출력을 Harness 밖으로 뺍니다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Scheduler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Sequence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순서를 스텝으로 제어합니다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Add separate assessment block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체크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verify 문장을 넣을 Test Assessment 블록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Automatically shape inputs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차원을 임의로 바꾸지 않습니다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Save test harness externally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Harness를 모델 안에 보관합니다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Rebuild harness on open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해제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 때마다 손으로 고친 내용이 지워지지 않게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Verification mode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시뮬레이션으로 실행합니다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Synchronization mode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Sync on harness open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라이브러리 링크 CUT의 원본 역전파를 막습니다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" y="5285232"/>
            <a:ext cx="10874959" cy="932688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458968"/>
            <a:ext cx="10472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라이브러리에 링크된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5788152"/>
            <a:ext cx="1047262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Harness를 닫을 때 CUT 복사본이 원본 모델로 되돌아가 반영될 수 있습니다. Sync on harness open으로 만들고, 링크 상태가 바뀐 것을 발견하면 모델을 저장하지 말고 닫으십시오.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2단계 · 생성 설정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2단계 확인과 주의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다음 단계로 넘어가도 되는지 여기서 판단합니다.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F6B4F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984247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956815"/>
            <a:ext cx="47914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모델의 CUT 블록에 Harness 배지가 붙었습니다.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569463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47914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 안에 Signal Editor · CUT 복사본 · Outport가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154679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27248"/>
            <a:ext cx="47914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Assessment 블록이 별도로 있습니다.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39896"/>
            <a:ext cx="256032" cy="256032"/>
          </a:xfrm>
          <a:prstGeom prst="ellipse">
            <a:avLst/>
          </a:prstGeom>
          <a:solidFill>
            <a:srgbClr val="2F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712463"/>
            <a:ext cx="479145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 이름이 표에 적은 이름과 같습니다.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5361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984247"/>
            <a:ext cx="256032" cy="256032"/>
          </a:xfrm>
          <a:prstGeom prst="ellipse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1956815"/>
            <a:ext cx="49286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이미 있는 Harness는 지우지 말고 재사용합니다.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2569463"/>
            <a:ext cx="256032" cy="256032"/>
          </a:xfrm>
          <a:prstGeom prst="ellipse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542032"/>
            <a:ext cx="49286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 하나에 수 분 이상 걸립니다. 중간에 끊지 마십시오.</a:t>
            </a:r>
          </a:p>
        </p:txBody>
      </p:sp>
      <p:sp>
        <p:nvSpPr>
          <p:cNvPr id="19" name="Oval 18"/>
          <p:cNvSpPr/>
          <p:nvPr/>
        </p:nvSpPr>
        <p:spPr>
          <a:xfrm>
            <a:off x="6172200" y="3154679"/>
            <a:ext cx="256032" cy="256032"/>
          </a:xfrm>
          <a:prstGeom prst="ellipse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3127248"/>
            <a:ext cx="49286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Ctrl+C로 멈췄으면 열린 모델의 저장 여부를 먼저 판단합니다.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172200" y="3739896"/>
            <a:ext cx="256032" cy="256032"/>
          </a:xfrm>
          <a:prstGeom prst="ellipse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3712463"/>
            <a:ext cx="49286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라이브러리 링크 상태가 바뀌었으면 저장하지 않고 닫습니다.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35424"/>
            <a:ext cx="10874959" cy="105156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709159"/>
            <a:ext cx="10472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Harness는 원본 모델 안에 저장됩니다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038344"/>
            <a:ext cx="10472623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2단계를 끝내면 Top Model 파일 자체가 바뀝니다. 되돌릴 방법은 1단계에서 만든 백업뿐입니다. 여기서 한 번 저장하고, 이후 단계에서 문제가 생기면 이 지점으로 돌아올 수 있게 해 두십시오.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2단계 ·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입력 데이터 준비: 세 갈래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어디서 입력을 가져올지 먼저 정합니다. 뒤 단계의 작업량이 여기서 갈립니다.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374136" cy="3200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177393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77439"/>
            <a:ext cx="2898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기존 입력 그대로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98063"/>
            <a:ext cx="2898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Harness에 이미 있는 입력을 씁니다.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Scenario 이름만 규칙에 맞게 바꿉니다.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가장 빠르고 위험이 적습니다.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023360"/>
            <a:ext cx="289864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5" y="4123944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입력이 이미 검토되어 있을 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1572768"/>
            <a:ext cx="3374136" cy="3200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5151" y="177393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2377439"/>
            <a:ext cx="2898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준비된 MAT · SLDV 파일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798063"/>
            <a:ext cx="2898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승인된 입력 파일을 Scenario로 넣습니다.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 인터페이스와 정확히 맞아야 합니다.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같은 입력을 다시 쓸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1" y="4023360"/>
            <a:ext cx="289864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5" y="4123944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기준 입력 파일이 따로 있을 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572768"/>
            <a:ext cx="3374136" cy="32004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94192" y="1773936"/>
            <a:ext cx="438912" cy="438912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39"/>
            <a:ext cx="2898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Design Verifier로 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98063"/>
            <a:ext cx="28986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SLDV 분석으로 입력을 새로 만듭니다.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CUT이 Atomic이어야 합니다.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  <a:buClr>
                <a:srgbClr val="D2542F"/>
              </a:buClr>
              <a:buFont typeface="Arial"/>
              <a:buChar char="▪"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가장 오래 걸립니다.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4023360"/>
            <a:ext cx="2898648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0496" y="4123944"/>
            <a:ext cx="2606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쓸 수 있는 입력이 아예 없을 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74336"/>
            <a:ext cx="10874959" cy="8686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148071"/>
            <a:ext cx="1047262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어느 갈래든 결과물은 같아야 합니다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477255"/>
            <a:ext cx="1047262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Harness의 Signal Editor에 UT_REQ_ 규칙의 Scenario가 들어 있고, Scenario 개수와 각 입력의 마지막 시각(Tmax)을 알고 있는 상태. 4단계는 이 두 값을 씁니다.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3단계 · 입력 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입력 파일로 준비할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B·C 갈래의 실제 작업입니다. A 갈래는 이 장을 건너뜁니다.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C  </a:t>
            </a: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Design Verifier로 생성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993392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956816"/>
            <a:ext cx="46634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CUT을 Atomic으로 바꿉니다. Block Parameters의 Treat as atomic unit을 체크합니다.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706624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670048"/>
            <a:ext cx="46634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Top Model의 Design Verifier 설정을 확인합니다.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41985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83280"/>
            <a:ext cx="46634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Apps ▸ Design Verifier ▸ Test Generation ▸ Generate Tests 를 실행합니다.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13308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096512"/>
            <a:ext cx="466344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생성된 sldvData를 MAT으로 저장하고 각 TestCase의 종료 시각을 적어 둡니다.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8289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056631"/>
            <a:ext cx="471830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링크된 CUT은 하지 마십시오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5385816"/>
            <a:ext cx="4718303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라이브러리에 링크된 CUT을 Atomic으로 바꾸면 원본 라이브러리가 훼손됩니다. 이 경우 B 갈래로 진행하십시오.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53619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B  </a:t>
            </a:r>
            <a:r>
              <a:rPr sz="15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MAT 파일이 갖춰야 할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93391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변수가 비어 있지 않은 Simulink.SimulationData.Dataset 이어야 합니다.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Harness의 현재 Scenario와 입력 개수 · 순서 · 이름 · 자료형 · 차원이 모두 같아야 합니다.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신호에 시간 정보가 있어야 합니다. 그것이 종료 시각의 근거입니다.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Scenario를 여러 개 쓸 때는 Scenario끼리도 인터페이스가 같아야 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69663"/>
            <a:ext cx="5212080" cy="1225295"/>
          </a:xfrm>
          <a:prstGeom prst="roundRect">
            <a:avLst>
              <a:gd name="adj" fmla="val 6000"/>
            </a:avLst>
          </a:prstGeom>
          <a:solidFill>
            <a:srgbClr val="1B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325112"/>
            <a:ext cx="4809744" cy="95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8FA3AE"/>
                </a:solidFill>
                <a:latin typeface="Consolas"/>
                <a:ea typeface="Consolas"/>
                <a:cs typeface="Consolas"/>
              </a:rPr>
              <a:t>% 입력 MAT 안에 이런 변수가 하나 이상 있어야 합니다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ds</a:t>
            </a: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= Simulink.SimulationData.Dataset;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8FA3AE"/>
                </a:solidFill>
                <a:latin typeface="Consolas"/>
                <a:ea typeface="Consolas"/>
                <a:cs typeface="Consolas"/>
              </a:rPr>
              <a:t>%   신호 개수·순서·이름·자료형·차원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8FA3AE"/>
                </a:solidFill>
                <a:latin typeface="Consolas"/>
                <a:ea typeface="Consolas"/>
                <a:cs typeface="Consolas"/>
              </a:rPr>
              <a:t>%   = Harness 입력과 완전히 동일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404104"/>
            <a:ext cx="5212080" cy="621792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5605272"/>
            <a:ext cx="4809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하나라도 다르면 Signal Editor에 넣는 4단계에서 막힙니다.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3단계 · 입력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StopTime 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입력의 길이와 검증 시점이 여기서 맞춰집니다.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760720" cy="347472"/>
          </a:xfrm>
          <a:prstGeom prst="roundRect">
            <a:avLst>
              <a:gd name="adj" fmla="val 14000"/>
            </a:avLst>
          </a:prstGeom>
          <a:solidFill>
            <a:srgbClr val="E3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4772"/>
            <a:ext cx="54681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창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Modeling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Model Settings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Solver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Stop time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084831"/>
          <a:ext cx="5760719" cy="14996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4206239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갈래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StopTime에 넣을 값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기존 입력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팀이 정한 고정값을 그대로 씁니다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· C 입력 파일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신호의 마지막 시각 중 최댓값(Tmax)을
0.01초 격자로 올림한 값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3730752"/>
            <a:ext cx="5760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Tmax는 그 Scenario의 모든 입력 신호 중 가장 늦은 시각입니다.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0.01초 격자로 올려 두면 Assessment의 전이 시점과 기대값을 읽는 시점이 같은 값이 됩니다.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Scenario마다 길이가 다르면 가장 긴 것을 기준으로 잡습니다.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468112"/>
            <a:ext cx="5760720" cy="77724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669280"/>
            <a:ext cx="535838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StopTime을 정했으면 Harness를 저장하고 다음 단계로 넘어갑니다.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536192"/>
            <a:ext cx="4766767" cy="1965960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709928"/>
            <a:ext cx="43644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StopTime이 짧으면 결과가 비어 버립니다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8" y="2039112"/>
            <a:ext cx="4364431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step1에서 step2로 넘어가는 시점보다 StopTime이 짧으면 verify 문장이 한 번도 실행되지 않습니다. 결과는 실패가 아니라 Untested로 남으므로, 통과한 것으로 착각하기 쉽습니다.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666744"/>
            <a:ext cx="4766767" cy="169164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3840479"/>
            <a:ext cx="43644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어디서 확인하나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4169663"/>
            <a:ext cx="4364431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Signal Editor에서 각 Scenario의 신호를 열어 마지막 시간 값을 봅니다. SLDV로 만든 입력은 생성 결과의 TestCase마다 종료 시각이 적혀 있습니다.
같은 값을 5단계 전이 조건에도 씁니다.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4단계 · StopTime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Signal Editor에 입력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준비한 입력을 Harness가 실제로 쓰게 만드는 단계입니다.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852160" cy="347472"/>
          </a:xfrm>
          <a:prstGeom prst="roundRect">
            <a:avLst>
              <a:gd name="adj" fmla="val 14000"/>
            </a:avLst>
          </a:prstGeom>
          <a:solidFill>
            <a:srgbClr val="E3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4772"/>
            <a:ext cx="5559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창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Signal Editor 블록 더블클릭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0312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66543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준비한 Dataset을 Scenario로 넣습니다. A 갈래는 기존 Scenario를 그대로 씁니다.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24912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Scenario 이름을 UT_REQ_{CUT 이름}_001 부터 순서대로 바꿉니다.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41985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83279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Save를 눌러 MAT을 저장합니다. 블록의 Filename이 그 파일을 가리켜야 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078223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41648"/>
            <a:ext cx="53949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Harness를 닫고 다시 열어 Active Scenario를 고릅니다.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1536192"/>
            <a:ext cx="4675327" cy="1783080"/>
          </a:xfrm>
          <a:prstGeom prst="roundRect">
            <a:avLst>
              <a:gd name="adj" fmla="val 10000"/>
            </a:avLst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1709928"/>
            <a:ext cx="42729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F6B4F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039112"/>
            <a:ext cx="4272991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· 블록 파라미터의 파일 경로가 저장한 MAT인가
· 선택된 Scenario 이름이 UT_REQ_ 로 시작하는가
· Scenario 개수가 의도한 개수와 같은가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483863"/>
            <a:ext cx="4675327" cy="1874519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3657599"/>
            <a:ext cx="42729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연결이 안 될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86783"/>
            <a:ext cx="4272991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Dataset과 Harness의 입력 구성이 다르다는 뜻입니다. 개수 · 순서 · 이름 · 자료형 · 차원을 하나씩 대조하십시오. 이름이 비슷하다고 연결되지 않습니다.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36592"/>
            <a:ext cx="5852160" cy="100584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4910327"/>
            <a:ext cx="5449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Scenario 개수를 적어 두십시오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5239512"/>
            <a:ext cx="544982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6단계에서 Iteration 개수와 1:1로 맞춰야 합니다. 이 숫자를 모르면 Iteration이 맞는지 판단할 수 없습니다.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4단계 · 입력 연결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Assessment 스텝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출력이 기대값과 같은지 판정하는 문장을 여기에 적습니다.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943600" cy="347472"/>
          </a:xfrm>
          <a:prstGeom prst="roundRect">
            <a:avLst>
              <a:gd name="adj" fmla="val 14000"/>
            </a:avLst>
          </a:prstGeom>
          <a:solidFill>
            <a:srgbClr val="E3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4772"/>
            <a:ext cx="56509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창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Assessment 블록 더블클릭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943600" cy="160020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7" y="2450591"/>
            <a:ext cx="219456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560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step1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Action 비움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310128" y="2816352"/>
            <a:ext cx="731520" cy="146304"/>
          </a:xfrm>
          <a:prstGeom prst="rightArrow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98094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after(T, sec)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2450591"/>
            <a:ext cx="21031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25603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step2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verify 문장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913632"/>
            <a:ext cx="5943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step1은 Action을 비웁니다. 출력이 정해질 때까지 기다리는 스텝입니다.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전이 조건 after(T, sec)의 T가 기대값을 읽는 기준 시점입니다.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step2에만 verify 문장을 넣습니다.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536192"/>
            <a:ext cx="4583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T에 넣을 값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49440" y="1883664"/>
          <a:ext cx="4583886" cy="1115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77031"/>
                <a:gridCol w="2906855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갈래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기존 입력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0.01초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· C 입력 파일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CUT의 Tmax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949440" y="3236976"/>
            <a:ext cx="4583887" cy="21031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7" y="3410712"/>
            <a:ext cx="41815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왜 기다렸다가 판정하나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7" y="3739896"/>
            <a:ext cx="4181551" cy="1399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0초 시점의 출력은 아직 입력이 반영되기 전 값입니다. 한 스텝 기다린 뒤 판정해야 의미 있는 값과 비교할 수 있습니다.
4단계의 StopTime이 이 T보다 커야 step2에 도달합니다.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5단계 · 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verify 문장 작성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어떤 출력을 무엇과 비교할지 정하는 규칙입니다.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출력 신호를 고르는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38528"/>
            <a:ext cx="56692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입력 심볼 목록에서 Signal Editor 입력 개수만큼 건너뜁니다. 그 다음부터가 Harness Outport입니다.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Outport와 심볼은 이름이 아니라 위치(포트 순서)로 대응시킵니다.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이름이 비슷하다고 짝을 지으면 엉뚱한 신호를 검증하게 됩니다.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scalar · 숫자 배열 · Bus · 중첩 Bus를 모두 쓸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79392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453127"/>
            <a:ext cx="52669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기대값은 지금 확정하지 않습니다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782312"/>
            <a:ext cx="526694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지금은 일단 0 같은 초기값으로 적어 두고, 7단계에서 실제 실행 결과를 보고 확정합니다.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36192"/>
            <a:ext cx="4812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작성 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938528"/>
            <a:ext cx="4812487" cy="2505456"/>
          </a:xfrm>
          <a:prstGeom prst="roundRect">
            <a:avLst>
              <a:gd name="adj" fmla="val 6000"/>
            </a:avLst>
          </a:prstGeom>
          <a:solidFill>
            <a:srgbClr val="1B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7" y="2093976"/>
            <a:ext cx="4410151" cy="22311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FA3AE"/>
                </a:solidFill>
                <a:latin typeface="Consolas"/>
                <a:ea typeface="Consolas"/>
                <a:cs typeface="Consolas"/>
              </a:rPr>
              <a:t>% scalar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verify</a:t>
            </a:r>
            <a:r>
              <a:rPr sz="120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(A == 0);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FA3AE"/>
                </a:solidFill>
                <a:latin typeface="Consolas"/>
                <a:ea typeface="Consolas"/>
                <a:cs typeface="Consolas"/>
              </a:rPr>
              <a:t>% 숫자 배열 — 원소마다 한 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verify</a:t>
            </a:r>
            <a:r>
              <a:rPr sz="120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(A(1) == 0);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verify</a:t>
            </a:r>
            <a:r>
              <a:rPr sz="120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(A(2) == 0);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FA3AE"/>
                </a:solidFill>
                <a:latin typeface="Consolas"/>
                <a:ea typeface="Consolas"/>
                <a:cs typeface="Consolas"/>
              </a:rPr>
              <a:t>% Bus — 요소 이름으로 접근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verify</a:t>
            </a:r>
            <a:r>
              <a:rPr sz="120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(data(1,1).NAME == 0);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553712"/>
            <a:ext cx="4812487" cy="82296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22007" y="4727447"/>
            <a:ext cx="44101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쓸 수 있는 출력이 없을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7" y="5056631"/>
            <a:ext cx="44101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 출력이 하나도 없으면 step2는 비어 있게 됩니다. 오류가 아니며, 이 CUT은 커버리지만 수집합니다.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5단계 ·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File과 Test Case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Harness를 실행할 주체를 Test Manager에 등록합니다.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852160" cy="347472"/>
          </a:xfrm>
          <a:prstGeom prst="roundRect">
            <a:avLst>
              <a:gd name="adj" fmla="val 14000"/>
            </a:avLst>
          </a:prstGeom>
          <a:solidFill>
            <a:srgbClr val="E3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4772"/>
            <a:ext cx="5559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Apps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Simulink Test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Manager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0312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66543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New ▸ Test File 을 만들고 {TopModel}.mldatx 로 저장합니다.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67004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33472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New ▸ Test Case ▸ Simulation Test 를 추가합니다.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3697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00400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이름을 표에 적은 Test Case 이름으로 바꿉니다.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803903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767328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System Under Test에서 Model을 Top Model로, Test Harness를 해당 Harness로 지정합니다.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370831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334256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File을 저장합니다.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536192"/>
            <a:ext cx="4675327" cy="1600200"/>
          </a:xfrm>
          <a:prstGeom prst="roundRect">
            <a:avLst>
              <a:gd name="adj" fmla="val 10000"/>
            </a:avLst>
          </a:prstGeom>
          <a:solidFill>
            <a:srgbClr val="E7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1709928"/>
            <a:ext cx="42729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F6B4F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039112"/>
            <a:ext cx="4272991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· SUT의 Test Harness 칸이 비어 있지 않은가
· Test Case 이름이 표와 같은가
· Test File 이름이 {TopModel}.mldatx 인가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300984"/>
            <a:ext cx="4675327" cy="2057400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3474720"/>
            <a:ext cx="42729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기존 Test File을 덮어쓰지 마십시오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3803904"/>
            <a:ext cx="4272991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이미 Test Case가 들어 있는 Test File이면, 없는 것만 추가하고 나머지는 건드리지 않습니다. 파일을 새로 만들어 덮으면 다른 사람이 만든 Test Case와 그 설정이 사라집니다.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6단계 · Test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Iteration 맞추기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입력 Scenario 하나가 Iteration 하나입니다. 1:1이 아니면 결과를 신뢰할 수 없습니다.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55448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517904"/>
            <a:ext cx="530352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Case의 Iterations ▸ Table Iterations 를 펼칩니다.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2140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84831"/>
            <a:ext cx="530352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Auto Generate에서 Signal Editor Scenario 기준으로 생성합니다.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68833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51760"/>
            <a:ext cx="530352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Scenario 개수와 Iteration 개수가 같은지 확인합니다.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55264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18688"/>
            <a:ext cx="530352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각 Iteration이 어느 Scenario를 가리키는지 하나씩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5760720" cy="1463040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087368"/>
            <a:ext cx="5358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입력을 바꿨다면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416552"/>
            <a:ext cx="5358383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입력 MAT이나 Scenario를 바꾼 뒤에는 Iteration을 반드시 다시 만듭니다. 개수가 우연히 같아도 순서가 어긋나 다른 입력으로 판정될 수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536192"/>
            <a:ext cx="476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이렇게 1:1이어야 합니다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920240"/>
            <a:ext cx="4766767" cy="214884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67728" y="2121408"/>
            <a:ext cx="2331720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2240279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303C"/>
                </a:solidFill>
                <a:latin typeface="Consolas"/>
                <a:ea typeface="Consolas"/>
                <a:cs typeface="Consolas"/>
              </a:rPr>
              <a:t>UT_REQ_Controller_001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381744" y="2276856"/>
            <a:ext cx="274320" cy="146304"/>
          </a:xfrm>
          <a:prstGeom prst="rightArrow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47504" y="2121408"/>
            <a:ext cx="1691640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2240279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303C"/>
                </a:solidFill>
                <a:latin typeface="Consolas"/>
                <a:ea typeface="Consolas"/>
                <a:cs typeface="Consolas"/>
              </a:rPr>
              <a:t>Iteration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67728" y="2724912"/>
            <a:ext cx="2331720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284378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303C"/>
                </a:solidFill>
                <a:latin typeface="Consolas"/>
                <a:ea typeface="Consolas"/>
                <a:cs typeface="Consolas"/>
              </a:rPr>
              <a:t>UT_REQ_Controller_002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880360"/>
            <a:ext cx="274320" cy="146304"/>
          </a:xfrm>
          <a:prstGeom prst="rightArrow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47504" y="2724912"/>
            <a:ext cx="1691640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2843784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303C"/>
                </a:solidFill>
                <a:latin typeface="Consolas"/>
                <a:ea typeface="Consolas"/>
                <a:cs typeface="Consolas"/>
              </a:rPr>
              <a:t>Iteration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3328415"/>
            <a:ext cx="2331720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9168" y="3447287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303C"/>
                </a:solidFill>
                <a:latin typeface="Consolas"/>
                <a:ea typeface="Consolas"/>
                <a:cs typeface="Consolas"/>
              </a:rPr>
              <a:t>UT_REQ_Controller_003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81744" y="3483863"/>
            <a:ext cx="274320" cy="146304"/>
          </a:xfrm>
          <a:prstGeom prst="rightArrow">
            <a:avLst/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47504" y="3328415"/>
            <a:ext cx="1691640" cy="4389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3447287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22303C"/>
                </a:solidFill>
                <a:latin typeface="Consolas"/>
                <a:ea typeface="Consolas"/>
                <a:cs typeface="Consolas"/>
              </a:rPr>
              <a:t>Iteration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187952"/>
            <a:ext cx="476676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개수뿐 아니라 순서까지 확인하십시오. 여기서 어긋나면 어떤 입력으로 돌았는지 알 수 없습니다.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6단계 · Iteration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커버리지 수집 설정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실행 전에 무엇을 수집할지 정합니다. 필터는 다음 장에서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5852160" cy="347472"/>
          </a:xfrm>
          <a:prstGeom prst="roundRect">
            <a:avLst>
              <a:gd name="adj" fmla="val 14000"/>
            </a:avLst>
          </a:prstGeom>
          <a:solidFill>
            <a:srgbClr val="E3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04772"/>
            <a:ext cx="55595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Manager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File 선택</a:t>
            </a:r>
            <a:r>
              <a:rPr sz="125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  ▸  </a:t>
            </a:r>
            <a:r>
              <a:rPr sz="12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Coverage Settings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0312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66543"/>
            <a:ext cx="53949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Record coverage for System Under Test 를 체크합니다.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816351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79775"/>
            <a:ext cx="53949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Coverage Metrics에서 Decision을 체크합니다. 여기에 포함되는 Block Execution이 함께 수집됩니다.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529584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93008"/>
            <a:ext cx="53949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필터를 걸지 않은 상태로 먼저 한 번 수집합니다.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52544"/>
            <a:ext cx="5852160" cy="100584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26279"/>
            <a:ext cx="5449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먼저 필터 없이 수집하는 이유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55464"/>
            <a:ext cx="544982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무엇을 제외할지 판단하려면 제외하기 전의 결과가 필요합니다. 필터부터 만들면 근거가 남지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536192"/>
            <a:ext cx="4629607" cy="137160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4888" y="1709928"/>
            <a:ext cx="4227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커버리지 미달은 실패가 아닙니다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039112"/>
            <a:ext cx="4227271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테스트 통과 여부와 커버리지 수치는 별개로 판단합니다. 수치가 낮다고 결과를 실패로 바꾸지 마십시오.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072384"/>
            <a:ext cx="4629607" cy="123444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04888" y="3246120"/>
            <a:ext cx="4227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분모가 0일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3575304"/>
            <a:ext cx="4227271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비율을 계산하지 말고 N/A로 적습니다. 0%로 적으면 측정하지 못한 것과 구분되지 않습니다.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443984"/>
            <a:ext cx="4629607" cy="932688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4617720"/>
            <a:ext cx="422727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합치지 마십시오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946904"/>
            <a:ext cx="422727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checksum이 다른 커버리지는 합치지 않습니다.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7단계 · 커버리지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Coverage Filter(CVF)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제외할 범위를 파일로 남깁니다. 실행하는 쪽이 만드는 것이고 준비 단계가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규칙을 만드는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38528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 자체가 아니라 직속 하위 Subsystem마다 규칙을 만듭니다.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CUT 바깥의 최상위 블록은 따로 제외 규칙을 만듭니다.</a:t>
            </a:r>
          </a:p>
          <a:p>
            <a:pPr algn="l" marL="201168" indent="-201168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D2542F"/>
              </a:buClr>
              <a:buFont typeface="Arial"/>
              <a:buChar char="▪"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Action은 Exclude, 사유(Rationale)는 반드시 채웁니다. 빈 사유는 근거가 남지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913632"/>
            <a:ext cx="5760720" cy="141732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087368"/>
            <a:ext cx="53583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규칙 0개도 정상입니다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416552"/>
            <a:ext cx="5358383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제외할 것이 없으면 규칙이 없는 CVF가 됩니다. 오류가 아니며, 필터는 실행 방식이나 결과 판정을 바꾸지 않습니다. 커버리지 수치의 분모만 달라집니다.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536192"/>
            <a:ext cx="4766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절차</a:t>
            </a:r>
          </a:p>
        </p:txBody>
      </p:sp>
      <p:sp>
        <p:nvSpPr>
          <p:cNvPr id="11" name="Oval 10"/>
          <p:cNvSpPr/>
          <p:nvPr/>
        </p:nvSpPr>
        <p:spPr>
          <a:xfrm>
            <a:off x="6766560" y="195681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920240"/>
            <a:ext cx="430956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Coverage Filter Editor에서 규칙을 추가합니다.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766560" y="2523744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487168"/>
            <a:ext cx="430956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UT_REQ_{Test Case 이름}.cvf 로 저장합니다.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0" y="3090672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054096"/>
            <a:ext cx="430956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Manager 실행 설정의 Coverage Filter에 등록합니다.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65760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621024"/>
            <a:ext cx="4309567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실행이 끝나면 원래 필터 설정으로 되돌립니다.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261104"/>
            <a:ext cx="4766767" cy="1069848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67728" y="4434840"/>
            <a:ext cx="43644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복원을 잊지 마십시오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764024"/>
            <a:ext cx="4364431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임시로 등록한 필터를 그대로 두면 다음 실행과 다른 사람의 결과에도 그 필터가 적용됩니다.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7단계 · Coverage 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실행하고 기대값 확정하기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여기서 처음으로 결과가 나옵니다. 그리고 기대값이 바뀔 수 있는 유일한 단계입니다.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57276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536192"/>
            <a:ext cx="5486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 Outport 신호 로깅을 켭니다. 실제값을 읽어야 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9456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57984"/>
            <a:ext cx="5486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Case를 실행합니다.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816352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79776"/>
            <a:ext cx="5486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실패한 Iteration에서 기준 시점의 실제값을 확인합니다. (Simulation Data Inspector)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438144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401568"/>
            <a:ext cx="5486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verify의 기대값을 그 값으로 고칩니다.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059935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5486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다시 실행해 통과를 확인합니다.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736592"/>
            <a:ext cx="5943600" cy="65836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937759"/>
            <a:ext cx="5541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전부 A 갈래이고 기대값을 바꿀 필요가 없으면 1회 실행으로 끝냅니다.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554480"/>
            <a:ext cx="4583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실제값을 읽는 기준 시점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949440" y="1901952"/>
          <a:ext cx="4583886" cy="1115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77031"/>
                <a:gridCol w="2906855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갈래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시점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기존 입력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0.01초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· C 입력 파일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CUT의 Tmax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949440" y="3255263"/>
            <a:ext cx="4583887" cy="1097280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0607" y="3429000"/>
            <a:ext cx="41815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5단계의 T와 같은 값입니다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7" y="3758183"/>
            <a:ext cx="418155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전이 조건, StopTime, 실제값을 읽는 시점이 모두 같은 값을 가리켜야 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4517136"/>
            <a:ext cx="4583887" cy="877824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7" y="4690871"/>
            <a:ext cx="418155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기록하십시오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5020055"/>
            <a:ext cx="41815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어떤 verify가 무엇에서 무엇으로 바뀌었는지 남기십시오.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7단계 ·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658368"/>
            <a:ext cx="100337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기대값을 바꾼다는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27632"/>
            <a:ext cx="99605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6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기대값을 실제값으로 맞추는 일은
테스트를 통과시키는 일입니다.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200400"/>
            <a:ext cx="3374136" cy="1920240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34015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950208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승인된 기준값은 바꾸지 마십시오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443984"/>
            <a:ext cx="28986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그 경우 고쳐야 하는 것은 기대값이 아니라 모델이나 입력입니다.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3200400"/>
            <a:ext cx="3374136" cy="1920240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1" y="34015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3950208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바꿀 때는 근거를 남기십시오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4443984"/>
            <a:ext cx="28986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어떤 verify가 어떻게 바뀌었는지, 그 값이 맞는 이유를 적습니다.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3200400"/>
            <a:ext cx="3374136" cy="1920240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94192" y="340156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950208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배열과 Bus는 한 줄씩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4443984"/>
            <a:ext cx="28986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여러 줄이 한꺼번에 바뀌면 의도하지 않은 값이 섞여 들어갑니다.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5321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목적은 실패를 없애는 것이 아니라, 무엇이 맞는 값인지 정하는 것입니다.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7단계 · 기대값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결과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실행 결과는 그 MATLAB 세션에서만 살아 있습니다. 파일로 남겨야 나중에 볼 수 있습니다.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57276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536192"/>
            <a:ext cx="53949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Results and Artifacts에서 결과를 .mldatx 로 Export합니다.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76272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39696"/>
            <a:ext cx="53949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Results에서 보고서를 만듭니다. (PDF 또는 HTML)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7977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743200"/>
            <a:ext cx="53949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커버리지 보고서는 HTML 한 개가 아니라 폴더 전체를 복사합니다.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383280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46704"/>
            <a:ext cx="539496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요약 표에 수치를 옮겨 적습니다.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59935"/>
            <a:ext cx="5852160" cy="1316736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233671"/>
            <a:ext cx="54498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HTML 한 개만 보내지 마십시오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562855"/>
            <a:ext cx="5449824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커버리지 HTML은 같은 폴더의 리소스 파일이 없으면 렌더링이 깨집니다. 받는 쪽에서는 빈 페이지로 보입니다. 폴더 단위로 전달하십시오.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54480"/>
            <a:ext cx="4675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요약 표에 적는 항목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901952"/>
            <a:ext cx="4675327" cy="3474720"/>
          </a:xfrm>
          <a:prstGeom prst="roundRect">
            <a:avLst>
              <a:gd name="adj" fmla="val 8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212140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121408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번호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52374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523744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CUT 이름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926079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926079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CUT 경로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3328415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3328415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Test Case 이름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3730752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1" y="3730752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Harness 이름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1330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4133088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Decision 실행 / 전체 /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4535424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D2542F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71231" y="4535424"/>
            <a:ext cx="3706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Execution 실행 / 전체 /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992624"/>
            <a:ext cx="4163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분모가 0이면 비율 대신 N/A로 적습니다.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8단계 · 결과 정리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38912"/>
            <a:ext cx="603504" cy="603504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9616" y="402336"/>
            <a:ext cx="1003371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standalone 제출물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9616" y="969264"/>
            <a:ext cx="100337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받는 쪽에 원본 Top Model이 없어도 열리는 결과물을 만듭니다.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572768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536192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원본 Top Model과 Harness를 저장하고 닫습니다. 이름이 충돌합니다.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139696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03120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Harness를 독립 모델(.slx)로 내보냅니다. 파일 이름은 Harness 이름과 같게 둡니다.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06624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70048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Test File 사본에서 Test Case의 Model을 그 독립 모델로 바꾸고 Harness 지정을 비웁니다.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273552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236976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Assessment의 신호 경로를 독립 모델 기준으로 다시 잡고 확인합니다.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3840479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803904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CVF를 등록하고 한 번만 실행합니다.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407407"/>
            <a:ext cx="274320" cy="274320"/>
          </a:xfrm>
          <a:prstGeom prst="ellipse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370832"/>
            <a:ext cx="5394960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커버리지 결과에서 CVT와 원본 HTML을 꺼내 폴더에 넣습니다.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4675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CUT 하나의 제출 폴더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920240"/>
            <a:ext cx="4675327" cy="2093976"/>
          </a:xfrm>
          <a:prstGeom prst="roundRect">
            <a:avLst>
              <a:gd name="adj" fmla="val 6000"/>
            </a:avLst>
          </a:prstGeom>
          <a:solidFill>
            <a:srgbClr val="1B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9168" y="2075688"/>
            <a:ext cx="4272991" cy="1819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1_UT_REQ_Controller/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 Controller_Harness.slx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 Controller_Harness_Input.mat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 UT_REQ_Controller.cvf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 UT_REQ_Controller.cvt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 UT_REQ_Controller.html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  target-manifest.json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968496"/>
            <a:ext cx="4675327" cy="1408176"/>
          </a:xfrm>
          <a:prstGeom prst="roundRect">
            <a:avLst>
              <a:gd name="adj" fmla="val 10000"/>
            </a:avLst>
          </a:prstGeom>
          <a:solidFill>
            <a:srgbClr val="FA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4142231"/>
            <a:ext cx="427299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없는 파일을 만들지 마십시오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4471416"/>
            <a:ext cx="4272991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실행하지 못한 대상도 폴더는 만듭니다. 다만 CVT나 HTML이 없으면 없는 대로 남기고, 통과한 것처럼 보이게 채우지 않습니다.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8단계 · 제출물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단계별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다음 단계로 넘어가도 되는지 이 표로 판단합니다.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" y="1572768"/>
          <a:ext cx="10874958" cy="42245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87751"/>
                <a:gridCol w="2996162"/>
                <a:gridCol w="6991045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끝났다고 볼 수 있는 조건</a:t>
                      </a:r>
                    </a:p>
                  </a:txBody>
                  <a:tcPr marL="100584" marR="82296" marT="41148" marB="41148" anchor="ctr">
                    <a:solidFill>
                      <a:srgbClr val="22303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확인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백업이 있고, CUT 경로가 실제 Subsystem을 가리킨다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Harness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CUT에 배지가 붙고, Signal Editor · CUT 복사본 · Outport · Test Assessment가 있다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데이터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Scenario 개수와 각 Scenario의 Tmax를 알고 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StopTime · 연결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선택된 Scenario 이름이 UT_REQ_로 시작하고, StopTime이 T보다 크다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Assessment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step2에 검증할 출력마다 verify 줄이 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 Case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Scenario 개수 = Iteration 개수이고, SUT에 Harness가 지정되어 있다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결과가 Untested가 아니고, 바뀐 기대값이 기록되어 있다</a:t>
                      </a:r>
                    </a:p>
                  </a:txBody>
                  <a:tcPr marL="100584" marR="82296" marT="41148" marB="4114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· 제출물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44515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폴더에 모델 · 입력 · CVF · CVT · HTML이 모두 있다</a:t>
                      </a:r>
                    </a:p>
                  </a:txBody>
                  <a:tcPr marL="100584" marR="82296" marT="41148" marB="41148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023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자주 나는 실수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926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여섯 가지가 대부분입니다. 증상과 대처를 함께 적었습니다.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591056"/>
            <a:ext cx="3374136" cy="193852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179222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304288"/>
            <a:ext cx="2935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입력 준비를 건너뛴다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71215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뒤 단계가 전부 실패합니다.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16382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대처  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3단계부터 다시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591056"/>
            <a:ext cx="3374136" cy="193852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26864" y="179222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864" y="2304288"/>
            <a:ext cx="2935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입력을 바꾸고 Iteration을 그대로 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871215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다른 입력으로 판정됩니다.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16382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대처  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6단계를 다시 만듭니다.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91056"/>
            <a:ext cx="3374136" cy="193852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75904" y="179222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2935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StopTime이 T보다 짧다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871215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verify가 Untested로 남습니다.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16382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대처  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4단계에서 StopTime을 올립니다.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85616"/>
            <a:ext cx="3374136" cy="193852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7824" y="398678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498848"/>
            <a:ext cx="2935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Outport와 심볼을 이름으로 짝지었다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065776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엉뚱한 신호를 검증합니다.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35838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대처  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포트 위치로 다시 대응시킵니다.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3785616"/>
            <a:ext cx="3374136" cy="193852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26864" y="398678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4498848"/>
            <a:ext cx="2935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실행 후 필터를 복원하지 않았다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5065776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다음 실행에 설정이 남습니다.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6864" y="535838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대처  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실행 직후 바로 되돌립니다.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3785616"/>
            <a:ext cx="3374136" cy="1938528"/>
          </a:xfrm>
          <a:prstGeom prst="roundRect">
            <a:avLst>
              <a:gd name="adj" fmla="val 10000"/>
            </a:avLst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75904" y="3986784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D2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498848"/>
            <a:ext cx="29352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기대값을 무심코 실제값으로 맞췄다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5065776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통과처럼 보이는 실패가 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535838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>
                <a:solidFill>
                  <a:srgbClr val="22303C"/>
                </a:solidFill>
                <a:latin typeface="Malgun Gothic"/>
                <a:ea typeface="Malgun Gothic"/>
                <a:cs typeface="Malgun Gothic"/>
              </a:rPr>
              <a:t>대처  </a:t>
            </a:r>
            <a:r>
              <a:rPr sz="1150" b="0" i="0">
                <a:solidFill>
                  <a:srgbClr val="44515C"/>
                </a:solidFill>
                <a:latin typeface="Malgun Gothic"/>
                <a:ea typeface="Malgun Gothic"/>
                <a:cs typeface="Malgun Gothic"/>
              </a:rPr>
              <a:t>기록을 보고 다시 검토합니다.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자주 나는 실수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수작업의 양, 그리고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CUT 한 개를 끝내기 위해 사람이 해야 하는 일입니다.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3374136" cy="1371600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9504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7" y="2011680"/>
            <a:ext cx="3374136" cy="1371600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139696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89504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Harness 생성 설정 항목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56448" y="2011680"/>
            <a:ext cx="3374136" cy="1371600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39696"/>
            <a:ext cx="28620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>
                <a:solidFill>
                  <a:srgbClr val="D2542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889504"/>
            <a:ext cx="28620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단계별 완료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1188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CUT이 20개면 이 전부를 20번 반복합니다.</a:t>
            </a:r>
            <a:r>
              <a:rPr sz="13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  입력이나 모델이 바뀌면 처음부터 다시 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315968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절차를 그대로 자동화한 것이 저장소의 툴킷입니다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736592"/>
            <a:ext cx="5394960" cy="1316736"/>
          </a:xfrm>
          <a:prstGeom prst="roundRect">
            <a:avLst>
              <a:gd name="adj" fmla="val 6000"/>
            </a:avLst>
          </a:prstGeom>
          <a:solidFill>
            <a:srgbClr val="14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892040"/>
            <a:ext cx="4992624" cy="1042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st_setup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st_pre_validate_targets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st_run_from_harness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>
                <a:solidFill>
                  <a:srgbClr val="EFA277"/>
                </a:solidFill>
                <a:latin typeface="Consolas"/>
                <a:ea typeface="Consolas"/>
                <a:cs typeface="Consolas"/>
              </a:rPr>
              <a:t>st_run_standalone_coverage_pipeline</a:t>
            </a:r>
            <a:r>
              <a:rPr sz="1150" b="0">
                <a:solidFill>
                  <a:srgbClr val="DCE6EC"/>
                </a:solidFill>
                <a:latin typeface="Consolas"/>
                <a:ea typeface="Consolas"/>
                <a:cs typeface="Consolas"/>
              </a:rPr>
              <a:t>('Action','ALL')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4807" y="4315968"/>
            <a:ext cx="5068519" cy="1572768"/>
          </a:xfrm>
          <a:prstGeom prst="roundRect">
            <a:avLst>
              <a:gd name="adj" fmla="val 10000"/>
            </a:avLst>
          </a:prstGeom>
          <a:solidFill>
            <a:srgbClr val="2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7" y="4517136"/>
            <a:ext cx="46113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E9EEF2"/>
                </a:solidFill>
                <a:latin typeface="Malgun Gothic"/>
                <a:ea typeface="Malgun Gothic"/>
                <a:cs typeface="Malgun Gothic"/>
              </a:rPr>
              <a:t>그래도 이 절차를 알고 있어야 합니다. 자동 실행 결과가 맞는지 판단하는 기준이 이 절차이고, 실행이 중간에 멈추면 사람이 이어받아야 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마무리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3604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8494A0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Simulink 단위 테스트 수동 작업 매뉴얼</dc:title>
  <dc:subject>툴킷 없이 GUI로 진행하는 전체 절차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